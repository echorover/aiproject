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25B0FA-B384-067D-995A-F3355FC87FCA}" v="16" dt="2025-12-17T19:44:39.417"/>
    <p1510:client id="{513FE8FD-CB81-B34A-DFFB-D744F254BB8D}" v="44" dt="2025-12-17T21:51:58.759"/>
    <p1510:client id="{B1E37F29-3E6B-DD4C-972A-279BC18DB3DE}" v="299" dt="2025-12-17T18:29:44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71"/>
    <p:restoredTop sz="94700"/>
  </p:normalViewPr>
  <p:slideViewPr>
    <p:cSldViewPr snapToGrid="0">
      <p:cViewPr varScale="1">
        <p:scale>
          <a:sx n="81" d="100"/>
          <a:sy n="81" d="100"/>
        </p:scale>
        <p:origin x="192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8AFD-6437-627B-B646-ADC0DB776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35C6E-2D19-194B-B902-6BCABC25B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9B170-B555-D99C-9258-05F3D4F23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480CB-6AC4-2945-B53F-DF96A5B9CD4C}" type="datetimeFigureOut">
              <a:rPr lang="en-AE" smtClean="0"/>
              <a:t>17/12/2025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8B00E-8F46-7452-D47D-6761EB48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9B8D1-78D0-1829-78A7-6600C933E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9954-ECB0-AE43-BAAA-074F0C44437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885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D8F4-78DC-DCA1-DECF-2EA76A603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18AF2-C37E-857E-653E-A84246F96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FAB73-1C95-6EB1-92C4-626A65E33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480CB-6AC4-2945-B53F-DF96A5B9CD4C}" type="datetimeFigureOut">
              <a:rPr lang="en-AE" smtClean="0"/>
              <a:t>17/12/2025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9FEAB-9954-A7A2-BCAF-F9E41CFA1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2506C-7AF6-074D-FC76-2199B8BB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9954-ECB0-AE43-BAAA-074F0C44437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174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F84B8-A5A3-01DE-0B9A-CCB99F7C9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DB7B-50E6-B202-5ED8-F862D2367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0B9EA-3755-D782-C1D5-7589748F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480CB-6AC4-2945-B53F-DF96A5B9CD4C}" type="datetimeFigureOut">
              <a:rPr lang="en-AE" smtClean="0"/>
              <a:t>17/12/2025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FD2E8-F58A-575A-0719-E354BA5A9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02960-E108-2C7D-BA36-229F800C2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9954-ECB0-AE43-BAAA-074F0C44437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60315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9008-2048-2F8F-C9BB-3E3B7DC27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E7DE2-EEE1-5C95-29ED-6AEC8CDC36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1E742-C321-8F1F-7B70-220EC2E2E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083A4-C600-EB6B-74F0-F2C570F2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480CB-6AC4-2945-B53F-DF96A5B9CD4C}" type="datetimeFigureOut">
              <a:rPr lang="en-AE" smtClean="0"/>
              <a:t>17/12/2025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59C43-DBE9-2C83-0A78-7188609D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3A3EB-9ECC-5B3E-B128-04F5C2CCD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9954-ECB0-AE43-BAAA-074F0C44437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8989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D1283-8C8A-2B8C-73B8-65B8125E6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47340-48D4-2D09-CBCC-549AEB975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0510C-9280-A8C9-8A3E-7B7841033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DFB90-4848-3CEF-31F8-4D8928791D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2791CD-18C1-5883-578D-0F457DD13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69AF30-4A07-8ADE-DCAE-2E082A06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480CB-6AC4-2945-B53F-DF96A5B9CD4C}" type="datetimeFigureOut">
              <a:rPr lang="en-AE" smtClean="0"/>
              <a:t>17/12/2025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64832-2E43-22DB-0AC7-FCE280264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4B7C70-DD01-D95E-4A04-A1517230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9954-ECB0-AE43-BAAA-074F0C44437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05566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0FB5A-A994-F266-6213-0F8517F8D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DFE45B-69D2-FCB6-625D-E6A76ABFF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480CB-6AC4-2945-B53F-DF96A5B9CD4C}" type="datetimeFigureOut">
              <a:rPr lang="en-AE" smtClean="0"/>
              <a:t>17/12/2025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29D2F-79AF-B995-678B-BE34049DB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E272E-06EB-5605-BE23-9FD76ABD5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9954-ECB0-AE43-BAAA-074F0C44437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983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86C1B7-96AE-B022-4E4E-09641F14F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480CB-6AC4-2945-B53F-DF96A5B9CD4C}" type="datetimeFigureOut">
              <a:rPr lang="en-AE" smtClean="0"/>
              <a:t>17/12/2025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4495DB-6AD5-70DD-36A6-B68AB0870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E783E-946C-BD06-7FE9-C548FC94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9954-ECB0-AE43-BAAA-074F0C44437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77756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F7A9-8B09-26B2-1A98-35E753F41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B7426-E533-D8A8-D8BC-6E5A1E046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49FBE-70CB-306B-EDAF-70D950AD0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DA282-E20E-BBDC-FE9B-0509496F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480CB-6AC4-2945-B53F-DF96A5B9CD4C}" type="datetimeFigureOut">
              <a:rPr lang="en-AE" smtClean="0"/>
              <a:t>17/12/2025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8CDFB-55B2-DEED-4437-E44DD5553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BBB21-6D09-4029-8CA1-9F2C464F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9954-ECB0-AE43-BAAA-074F0C44437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4262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A9A8C-7F51-7743-5A2C-58FE6BB84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DAD227-1C66-A419-6F83-B33A0CAB8F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5C11C-2232-3D05-6A53-41C0C076F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64079-6B9B-EBF6-EECF-67868F2D2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480CB-6AC4-2945-B53F-DF96A5B9CD4C}" type="datetimeFigureOut">
              <a:rPr lang="en-AE" smtClean="0"/>
              <a:t>17/12/2025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60980-C701-1883-56D1-04570D5C1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FB762-B1C7-3A42-55E0-FE5C7C9DB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9954-ECB0-AE43-BAAA-074F0C44437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92093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5A930-4286-AE1D-BA86-03F7D1549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E5178-235D-4B06-BDCF-E939A57F8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06BF8-BEC0-0359-62A0-503D0B1BD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480CB-6AC4-2945-B53F-DF96A5B9CD4C}" type="datetimeFigureOut">
              <a:rPr lang="en-AE" smtClean="0"/>
              <a:t>17/12/2025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14165-4B7A-3D85-C9A2-E57A5523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32C10-482D-E20A-D14C-F193A0B1D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9954-ECB0-AE43-BAAA-074F0C44437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86458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103F7-786F-867E-0872-D669263A6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FE2FA-36B4-FA6D-6D04-1A944AC6A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AC571-0124-6147-696E-4E5C95C7A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480CB-6AC4-2945-B53F-DF96A5B9CD4C}" type="datetimeFigureOut">
              <a:rPr lang="en-AE" smtClean="0"/>
              <a:t>17/12/2025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3D457-4F80-8C36-17CA-04548F687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C4CE8-6759-BFDF-6C51-F31086C97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9954-ECB0-AE43-BAAA-074F0C44437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24804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09AC21-E97D-8165-D153-26BA176F0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BBCBE-D898-4E74-C11D-729E40CC1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3B0FF-7FBB-664A-4FBE-2968B0F49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A480CB-6AC4-2945-B53F-DF96A5B9CD4C}" type="datetimeFigureOut">
              <a:rPr lang="en-AE" smtClean="0"/>
              <a:t>17/12/2025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29A9C-4782-1322-2193-7CB8620E0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E4D88-AADB-4153-1409-AC2D1A648E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59954-ECB0-AE43-BAAA-074F0C44437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0926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hysio-pedia.com/Unified_Parkinson's_Disease_Rating_Scale_(UPDR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91F83-9AC9-C137-7D9A-D27D1205D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979" y="1341235"/>
            <a:ext cx="9289914" cy="3457642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AI-Driven Telemonitoring for Parkinson’s Disease </a:t>
            </a:r>
            <a:r>
              <a:rPr lang="en-AE"/>
              <a:t> </a:t>
            </a:r>
            <a:br>
              <a:rPr lang="en-AE"/>
            </a:br>
            <a:r>
              <a:rPr lang="en-US" sz="2800">
                <a:ea typeface="+mj-lt"/>
                <a:cs typeface="+mj-lt"/>
              </a:rPr>
              <a:t>AENL338 - AI for Energy Transition</a:t>
            </a:r>
            <a:endParaRPr lang="en-US" sz="2800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B7E15-6B88-1D6F-D763-C3FF5F7CA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9979" y="5531357"/>
            <a:ext cx="9144000" cy="1655762"/>
          </a:xfrm>
        </p:spPr>
        <p:txBody>
          <a:bodyPr/>
          <a:lstStyle/>
          <a:p>
            <a:r>
              <a:rPr lang="en-AE" dirty="0"/>
              <a:t>By Evan and Mohsin</a:t>
            </a:r>
          </a:p>
        </p:txBody>
      </p:sp>
    </p:spTree>
    <p:extLst>
      <p:ext uri="{BB962C8B-B14F-4D97-AF65-F5344CB8AC3E}">
        <p14:creationId xmlns:p14="http://schemas.microsoft.com/office/powerpoint/2010/main" val="1539424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42DAF-1D17-780A-4CF9-6D520F622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What is our data about?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8670A-03A5-87BD-43D2-5AD41401E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Problem Statement &amp; Data</a:t>
            </a:r>
            <a:endParaRPr lang="en-AE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Goal:</a:t>
            </a:r>
            <a:r>
              <a:rPr lang="en-US">
                <a:ea typeface="+mn-lt"/>
                <a:cs typeface="+mn-lt"/>
              </a:rPr>
              <a:t> Predict </a:t>
            </a:r>
            <a:r>
              <a:rPr lang="en-US" err="1">
                <a:latin typeface="Consolas"/>
                <a:ea typeface="+mn-lt"/>
                <a:cs typeface="+mn-lt"/>
              </a:rPr>
              <a:t>total_UPDRS</a:t>
            </a:r>
            <a:r>
              <a:rPr lang="en-US">
                <a:ea typeface="+mn-lt"/>
                <a:cs typeface="+mn-lt"/>
              </a:rPr>
              <a:t> (Medical Score).</a:t>
            </a:r>
          </a:p>
          <a:p>
            <a:r>
              <a:rPr lang="en-US" b="1">
                <a:ea typeface="+mn-lt"/>
                <a:cs typeface="+mn-lt"/>
              </a:rPr>
              <a:t>Inputs:</a:t>
            </a:r>
            <a:r>
              <a:rPr lang="en-US">
                <a:ea typeface="+mn-lt"/>
                <a:cs typeface="+mn-lt"/>
              </a:rPr>
              <a:t> 16 Voice Features (Jitter, Shimmer, NHR) + Age/Sex.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Challenge:</a:t>
            </a:r>
            <a:r>
              <a:rPr lang="en-US">
                <a:ea typeface="+mn-lt"/>
                <a:cs typeface="+mn-lt"/>
              </a:rPr>
              <a:t> Non-invasive, remote monitoring.</a:t>
            </a:r>
            <a:endParaRPr lang="en-US"/>
          </a:p>
          <a:p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0368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80537-422D-0996-C9AF-41781E29A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W</a:t>
            </a:r>
            <a:r>
              <a:rPr lang="en-US" dirty="0"/>
              <a:t>ha</a:t>
            </a:r>
            <a:r>
              <a:rPr lang="en-AE" dirty="0"/>
              <a:t>t are our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1CE26-75EB-C01D-1548-9737C2BCB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E" dirty="0"/>
              <a:t>EDA</a:t>
            </a:r>
          </a:p>
          <a:p>
            <a:r>
              <a:rPr lang="en-AE" dirty="0"/>
              <a:t>Preproceeing </a:t>
            </a:r>
          </a:p>
          <a:p>
            <a:r>
              <a:rPr lang="en-AE" dirty="0"/>
              <a:t>Training of model</a:t>
            </a:r>
          </a:p>
          <a:p>
            <a:r>
              <a:rPr lang="en-AE" dirty="0"/>
              <a:t>Evaluation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63480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AE26-02A0-A9CB-4D8E-256E09B8F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8BEF3-1373-33FE-D56E-94606CE03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49393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02D57-E439-54C6-E337-1885A8FE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en-AE" dirty="0"/>
              <a:t>inear regression &amp; Polynomial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73841-AC7B-573F-2A6E-FBB395D1F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57457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82A3E-9CF8-2C39-CED6-3D08C6ECA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Decision Trees &amp; Random 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AA20F-4A0F-BA0D-1D84-9932EFF0D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8827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E148-C264-E52C-C50E-5F597F44E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435AE-3695-CB33-6EC5-67EBCDC90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20445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9D40-0769-EDFF-C2BA-F011854BD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Evaluations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B7848-C188-027B-7890-65AAD0391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82735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4160E-9AFE-D4A7-08A0-E6526C38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7F0A9-2110-793B-1D3B-FE5035F02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9419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4417-36DE-1E4E-0655-780A8E2CF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13BAD-024B-4213-6D03-96D58F720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>
                <a:ea typeface="+mn-lt"/>
                <a:cs typeface="+mn-lt"/>
                <a:hlinkClick r:id="rId2"/>
              </a:rPr>
              <a:t>https://www.physio-pedia.com/Unified_Parkinson's_Disease_Rating_Scale_(UPDRS</a:t>
            </a:r>
            <a:r>
              <a:rPr lang="en-US">
                <a:ea typeface="+mn-lt"/>
                <a:cs typeface="+mn-lt"/>
              </a:rPr>
              <a:t>)</a:t>
            </a:r>
          </a:p>
          <a:p>
            <a:pPr marL="457200" indent="-45720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94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109</Words>
  <Application>Microsoft Macintosh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Office Theme</vt:lpstr>
      <vt:lpstr>AI-Driven Telemonitoring for Parkinson’s Disease   AENL338 - AI for Energy Transition  </vt:lpstr>
      <vt:lpstr>What is our data about?</vt:lpstr>
      <vt:lpstr>What are our steps</vt:lpstr>
      <vt:lpstr>EDA</vt:lpstr>
      <vt:lpstr>Linear regression &amp; Polynomial regression</vt:lpstr>
      <vt:lpstr>Decision Trees &amp; Random Forests</vt:lpstr>
      <vt:lpstr>Neural Networks</vt:lpstr>
      <vt:lpstr>Evaluations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JOHAN TOBIAS</dc:creator>
  <cp:lastModifiedBy>EVAN JOHAN TOBIAS</cp:lastModifiedBy>
  <cp:revision>2</cp:revision>
  <dcterms:created xsi:type="dcterms:W3CDTF">2025-12-17T18:26:26Z</dcterms:created>
  <dcterms:modified xsi:type="dcterms:W3CDTF">2025-12-17T23:34:41Z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2025-12-17T18:26:42Z</vt:lpwstr>
  </property>
  <property fmtid="{D5CDD505-2E9C-101B-9397-08002B2CF9AE}" pid="4" name="MSIP_Label_defa4170-0d19-0005-0004-bc88714345d2_Method">
    <vt:lpwstr>Privileged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e45d3d7e-6bc9-44e7-bf38-81207f0fbd4b</vt:lpwstr>
  </property>
  <property fmtid="{D5CDD505-2E9C-101B-9397-08002B2CF9AE}" pid="7" name="MSIP_Label_defa4170-0d19-0005-0004-bc88714345d2_ActionId">
    <vt:lpwstr>a980dd74-01af-4b25-8119-8ef3d118c24a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50, 0, 1, 1</vt:lpwstr>
  </property>
</Properties>
</file>